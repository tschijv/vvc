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F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Architectuurdocument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35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 Softwarecatalogus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 NORA Vijflagenmodel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Inhoudsopgave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5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 Vijflagenmodel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89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 van het raamwerk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5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Grondslagenlaag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8470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 en regelgeving, beleidskaders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5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103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Organisatorische laag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3042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Stakeholders, processen en rollen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5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560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Informatielaag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7614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Kernentiteiten en datavolumes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5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Applicatielaag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2186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en middleware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5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IT-Infrastructuurlaag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6758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database en netwerk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5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Softwarearchitectuur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1330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Componenten, datamodel en deployment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5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389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Stack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5902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Versies en Common Ground positionering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NORA Vijflagenmodel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2D4A7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645920" y="10972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Grondslagenlaag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417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 en regelgeving, beleidskaders en principes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847088"/>
            <a:ext cx="6126480" cy="640080"/>
          </a:xfrm>
          <a:prstGeom prst="rect">
            <a:avLst/>
          </a:prstGeom>
          <a:solidFill>
            <a:srgbClr val="1A6CA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783080" y="184708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Organisatorische laag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21671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Stakeholders, processen en rollen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2596896"/>
            <a:ext cx="5852160" cy="64008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920240" y="259689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Informatielaag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20240" y="29169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Data-entiteiten, informatiestromen en gegevensstandaarden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3346704"/>
            <a:ext cx="5577840" cy="640080"/>
          </a:xfrm>
          <a:prstGeom prst="rect">
            <a:avLst/>
          </a:prstGeom>
          <a:solidFill>
            <a:srgbClr val="3498D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057400" y="33467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Applicatielaag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57400" y="3666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componenten en integraties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4096512"/>
            <a:ext cx="5303520" cy="640080"/>
          </a:xfrm>
          <a:prstGeom prst="rect">
            <a:avLst/>
          </a:prstGeom>
          <a:solidFill>
            <a:srgbClr val="5DADE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194560" y="4096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IT-Infrastructuurlaag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4416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netwerk en beveiliging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Laag 1 — Grondslagenlaag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371600" cy="36576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097280"/>
            <a:ext cx="1965960" cy="457200"/>
          </a:xfrm>
          <a:prstGeom prst="rect">
            <a:avLst/>
          </a:prstGeom>
          <a:solidFill>
            <a:srgbClr val="0D4F7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143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 en regelgeving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1691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Gemeentewet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Archiefwet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AVG / GDPR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Wet open overheid (Woo)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457200"/>
          </a:xfrm>
          <a:prstGeom prst="rect">
            <a:avLst/>
          </a:prstGeom>
          <a:solidFill>
            <a:srgbClr val="0D4F7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0" y="1143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Beleidskaders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691640"/>
            <a:ext cx="1691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Common Ground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GEMMA referentiearchitectuur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NORA principes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Informatiebeveiliging (BIO)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965960" cy="457200"/>
          </a:xfrm>
          <a:prstGeom prst="rect">
            <a:avLst/>
          </a:prstGeom>
          <a:solidFill>
            <a:srgbClr val="0D4F7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92040" y="1143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1691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GEMMA standaarden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StUF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ZGW API's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Semantische standaarden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09728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1965960" cy="457200"/>
          </a:xfrm>
          <a:prstGeom prst="rect">
            <a:avLst/>
          </a:prstGeom>
          <a:solidFill>
            <a:srgbClr val="0D4F7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40880" y="1143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1691640"/>
            <a:ext cx="1691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Open en transparant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Herbruikbaar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Federatief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Veilig en betrouwbaar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Laag 2 — Organisatorische laag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5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Beheerder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VNG Realisatie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56032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Gemeenten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634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Leveranciers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76656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Samenwerkingen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5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0175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Pakketregistratie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Compliancy monitoring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Marktoriëntatie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Applicatieportfoliobeheer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5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0175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Gemeentegebruiker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Leverancier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Beheerder SWC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Samenwerkingscoördinator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Laag 3 — Informatielaag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5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Datavolumes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554480" cy="914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298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1.133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Pakketten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57400" y="1280160"/>
            <a:ext cx="1554480" cy="914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057400" y="1298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5740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Leveranciers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280160"/>
            <a:ext cx="1554480" cy="914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749040" y="1298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Gemeenten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40680" y="1280160"/>
            <a:ext cx="1554480" cy="914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40680" y="1298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068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Referentiecomponenten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0" y="1280160"/>
            <a:ext cx="1554480" cy="914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132320" y="12984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Standaardversies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5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Kernentiteiten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2880360"/>
            <a:ext cx="2560320" cy="411480"/>
          </a:xfrm>
          <a:prstGeom prst="rect">
            <a:avLst/>
          </a:prstGeom>
          <a:solidFill>
            <a:srgbClr val="1A6CA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Pakket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2880360"/>
            <a:ext cx="2560320" cy="411480"/>
          </a:xfrm>
          <a:prstGeom prst="rect">
            <a:avLst/>
          </a:prstGeom>
          <a:solidFill>
            <a:srgbClr val="1A6CA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7472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Pakketversie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880360"/>
            <a:ext cx="2560320" cy="411480"/>
          </a:xfrm>
          <a:prstGeom prst="rect">
            <a:avLst/>
          </a:prstGeom>
          <a:solidFill>
            <a:srgbClr val="1A6CA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1792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Leverancier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383280"/>
            <a:ext cx="2560320" cy="411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31520" y="3383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Gemeente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3383280"/>
            <a:ext cx="2560320" cy="411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74720" y="3383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Referentiecomponent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383280"/>
            <a:ext cx="2560320" cy="411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17920" y="33832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3886200"/>
            <a:ext cx="2560320" cy="411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3152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Standaardversie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0" y="3886200"/>
            <a:ext cx="2560320" cy="411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47472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Applicatiefunctie
Koppeling
Extern Pakket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886200"/>
            <a:ext cx="2560320" cy="41148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217920" y="3886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Samenwerking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Laag 4 — Applicatielaag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05840"/>
            <a:ext cx="73152" cy="1188720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078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Server 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331720"/>
            <a:ext cx="73152" cy="1188720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40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Server 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(SSR)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3657600"/>
            <a:ext cx="73152" cy="1188720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730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middleware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Development: geen auth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Productie: username/password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5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Pagina's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50876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Homepage (dashboard met statistieken)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Pakketten (lijst + zoeken + filteren)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Pakket detail (versies, standaarden, functionaliteit)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Leveranciers (lijst + zoeken)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Leverancier detail (contactinfo, pakketten)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Gemeenten (lijst + voortgang)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Gemeente detail (applicatieportfolio)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Standaarden (overzicht)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Referentiecomponenten (overzicht)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Zoeken (globale zoekfunctie)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Laag 5 — IT-Infrastructuurlaag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097280" cy="2743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edge network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SSL/TLS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Globaal CDN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3200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7472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Neon PostgreSQL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74720" y="2057400"/>
            <a:ext cx="1097280" cy="2743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74720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PostgreSQL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EU-Central-1 (Frankfurt)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backups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32004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1A6CA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0936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Netwerk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Network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09360" y="2057400"/>
            <a:ext cx="1097280" cy="2743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09360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Functions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bescherming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+ HTTP/3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D4F7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softwarecatalogus.vercel.app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Softwarearchitectuur — Componentendiagram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73152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1097280"/>
            <a:ext cx="2011680" cy="731520"/>
          </a:xfrm>
          <a:prstGeom prst="rect">
            <a:avLst/>
          </a:prstGeom>
          <a:solidFill>
            <a:srgbClr val="E35B1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926080" y="1097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(Auth Middleware)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2286000" cy="731520"/>
          </a:xfrm>
          <a:prstGeom prst="rect">
            <a:avLst/>
          </a:prstGeom>
          <a:solidFill>
            <a:srgbClr val="1A6CA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669280" y="1097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 Components)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solidFill>
            <a:srgbClr val="5DADE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CDN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(Static Assets)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377440"/>
            <a:ext cx="2286000" cy="731520"/>
          </a:xfrm>
          <a:prstGeom prst="rect">
            <a:avLst/>
          </a:prstGeom>
          <a:solidFill>
            <a:srgbClr val="2D4A7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0" y="2377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ORM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(PrismaPg Adapter)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3657600"/>
            <a:ext cx="2286000" cy="731520"/>
          </a:xfrm>
          <a:prstGeom prst="rect">
            <a:avLst/>
          </a:prstGeom>
          <a:solidFill>
            <a:srgbClr val="0D4F7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6692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(EU-Central-1)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828800" cy="731520"/>
          </a:xfrm>
          <a:prstGeom prst="rect">
            <a:avLst/>
          </a:prstGeom>
          <a:solidFill>
            <a:srgbClr val="F5E6D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3657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(seed.ts)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0" y="1463040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937760" y="146304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12280" y="1828800"/>
            <a:ext cx="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812280" y="3108960"/>
            <a:ext cx="0" cy="5486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286000" y="4023360"/>
            <a:ext cx="33832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286000" y="1143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0" y="1143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4088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Datamodel (Entity Relationship Diagram)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solidFill>
            <a:srgbClr val="1A6CA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Leverancier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97280"/>
            <a:ext cx="1828800" cy="548640"/>
          </a:xfrm>
          <a:prstGeom prst="rect">
            <a:avLst/>
          </a:prstGeom>
          <a:solidFill>
            <a:srgbClr val="1A6CA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Pakket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097280"/>
            <a:ext cx="2286000" cy="548640"/>
          </a:xfrm>
          <a:prstGeom prst="rect">
            <a:avLst/>
          </a:prstGeom>
          <a:solidFill>
            <a:srgbClr val="0D4F7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94360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Pakketversie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1828800" cy="548640"/>
          </a:xfrm>
          <a:prstGeom prst="rect">
            <a:avLst/>
          </a:prstGeom>
          <a:solidFill>
            <a:srgbClr val="5DADE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2286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Addendum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2286000" cy="54864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Referentiecomponent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108960"/>
            <a:ext cx="2286000" cy="54864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4360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Standaardversie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931920"/>
            <a:ext cx="2286000" cy="54864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Applicatiefunctie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3108960"/>
            <a:ext cx="1828800" cy="548640"/>
          </a:xfrm>
          <a:prstGeom prst="rect">
            <a:avLst/>
          </a:prstGeom>
          <a:solidFill>
            <a:srgbClr val="E35B1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20040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931920"/>
            <a:ext cx="1828800" cy="548640"/>
          </a:xfrm>
          <a:prstGeom prst="rect">
            <a:avLst/>
          </a:prstGeom>
          <a:solidFill>
            <a:srgbClr val="E35B1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0040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Samenwerking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1234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0" y="1234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97280" y="1645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23774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12080" y="32004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12080" y="4023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0" y="2286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0480" y="3611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86000" y="1371600"/>
            <a:ext cx="9144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029200" y="1371600"/>
            <a:ext cx="9144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371600" y="1645920"/>
            <a:ext cx="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086600" y="1645920"/>
            <a:ext cx="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086600" y="28346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086600" y="365760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029200" y="3383280"/>
            <a:ext cx="9144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114800" y="365760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Architectuur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C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371600" cy="2743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916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localhost:3000 (Next.js dev server)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Lokale PostgreSQL database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Hot module replacement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Geen authenticatie (middleware skip)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npm run dev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5B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508760"/>
            <a:ext cx="1371600" cy="2743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Vercel Serverless (auto-deploy)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Neon PostgreSQL (EU-Central-1)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Basic Auth middleware actief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Vercel CLI deploy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Environment variables beheer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0D4F7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DATABASE_URL  |  BASIC_AUTH_USER  |  BASIC_AUTH_PASS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 Stack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Technologie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Versie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F7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Framework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Next.js (App Router)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16.1.6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UI Library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React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19.2.3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Language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TypeScript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5.x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Styling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Tailwind CSS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4.x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ORM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Prisma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7.5.0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Database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PostgreSQL (Neon)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Hosting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Vercel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Serverless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 Import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csv-parse + ts-node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6.1 / 10.9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DB Adapter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@prisma/adapter-pg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7.5.0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5B1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F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Ground — Positionering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E35B1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Interactielaag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0515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Softwarecatalogus webapplicatie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(Next.js + React)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solidFill>
            <a:srgbClr val="E35B1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Proceslaag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8562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queries &amp; filtering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15184"/>
            <a:ext cx="8229600" cy="685800"/>
          </a:xfrm>
          <a:prstGeom prst="rect">
            <a:avLst/>
          </a:prstGeom>
          <a:solidFill>
            <a:srgbClr val="1A6CA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660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Integratielaag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66090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adapter (PrismaPg)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8229600" cy="685800"/>
          </a:xfrm>
          <a:prstGeom prst="rect">
            <a:avLst/>
          </a:prstGeom>
          <a:solidFill>
            <a:srgbClr val="1A6CA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465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Servicelaag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346557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seed &amp; import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solidFill>
            <a:srgbClr val="0D4F7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Datalaag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427024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 (cloud-native)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EU-Central-1 Frankfurt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Architectuurdocument GEMMA Softwarecatalogus</dc:title>
  <dc:subject>PptxGenJS Presentation</dc:subject>
  <dc:creator>GEMMA Softwarecatalogus</dc:creator>
  <cp:lastModifiedBy>GEMMA Softwarecatalogus</cp:lastModifiedBy>
  <cp:revision>1</cp:revision>
  <dcterms:created xsi:type="dcterms:W3CDTF">2026-03-13T18:36:06Z</dcterms:created>
  <dcterms:modified xsi:type="dcterms:W3CDTF">2026-03-13T18:36:06Z</dcterms:modified>
</cp:coreProperties>
</file>